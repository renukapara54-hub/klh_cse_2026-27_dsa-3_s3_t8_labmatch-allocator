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3737E-8322-42F2-9AEB-AFF407FE0143}" v="8" dt="2026-08-20T05:59:09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11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5270" y="1463040"/>
            <a:ext cx="9694650" cy="1641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Student–Laboratory Allocation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5270" y="2783394"/>
            <a:ext cx="8963130" cy="78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Maximum Bipartite Matching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5270" y="3650064"/>
            <a:ext cx="1463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3848522"/>
            <a:ext cx="3657600" cy="576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309744"/>
            <a:ext cx="5486400" cy="1437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2520030176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P. Renuka Chowdary</a:t>
            </a: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2520030054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P. Manisha</a:t>
            </a: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2520030272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U. Sri Laxmi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0" y="189280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allocation is a challenging scheduling problem when multiple students prefer the same laboratory and available capacity is limited.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308152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331012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automates allocation using Maximum Bipartite Matching. Students and laboratories are represented as two sets of vertices in a bipartite graph, with an edge connecting a student to each laboratory they prefer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49884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0" y="472744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algorithm identifies an optimal set of student–laboratory assignments, ensuring each student receives at most one laboratory, and generates an allocation report showing successful assignments and unallocated students.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Students to Laboratories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students to laboratories according to their preferences, while maximizing the number of successful assignments.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31272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students may prefer the same laboratory.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621024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7307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available laboratory seats may be limited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242816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3525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3708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should not receive more than one laboratory.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86460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9743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9926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may lead to conflicts and inefficient utilization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5596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6144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maximize the total number of successful assignments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8562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student details; accept laboratory preferences from students.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72491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available laboratories; maintain laboratory capacity and availability.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41071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593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Mapping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5935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student–laboratory connections based on preferences, represented as a bipartite graph.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Allocation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4622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Maximum Bipartite Matching to assign each student to at most one laboratory, maximizing total assignments.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14807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Reports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53309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allocated students and laboratories; identify unallocated students and summarize outcomes.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Algorithms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— implementation of the allocation algorithm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Bipartite Matching — core algorithm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Structure — representation of students, laboratories &amp; preferences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2212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Data Management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4498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681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Flask — application backend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storing student, laboratory &amp; preference 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63640" y="4498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4681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testing, if a backend is implemented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is expected to: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76272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allocate students to suitable laboratories.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834640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the total number of successful student–laboratory assignments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493008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each student receives at most one allocation.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4151376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conflicts caused by multiple students selecting the same laboratory.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176272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laboratory utilization through algorithm-based allocation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28529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834640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time and effort required for manual scheduling.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35112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3493008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clear and accurate allocation reports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1696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9672" y="4151376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practical application of graph theory and maximum bipartite matching in real-world scheduling.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074920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5285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efficient, automated, and scalable laboratory allocation system that produces optimal student–laboratory assignments based on preferences.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528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RENUKA CHOWDARY PARA</cp:lastModifiedBy>
  <cp:revision>2</cp:revision>
  <dcterms:created xsi:type="dcterms:W3CDTF">2026-08-20T05:45:01Z</dcterms:created>
  <dcterms:modified xsi:type="dcterms:W3CDTF">2026-08-20T06:07:29Z</dcterms:modified>
</cp:coreProperties>
</file>